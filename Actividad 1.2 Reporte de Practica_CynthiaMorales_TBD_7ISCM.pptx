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986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686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547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773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707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372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164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264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438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911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836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1414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7339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5187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4286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066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A9701-412D-4BF7-9830-D6E9FA3AA59A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81A689-A7A7-471D-9D47-51181C042B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338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ynthia21Morales/TBD_CynthiaJasmineMT/tree/main/my-first-ap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2B88398C-247A-2514-6441-3F16F5D4E4D5}"/>
              </a:ext>
            </a:extLst>
          </p:cNvPr>
          <p:cNvSpPr txBox="1"/>
          <p:nvPr/>
        </p:nvSpPr>
        <p:spPr>
          <a:xfrm>
            <a:off x="3771205" y="2252694"/>
            <a:ext cx="504241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Taller Base de Datos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400" b="1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1.2 </a:t>
            </a:r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 18 de </a:t>
            </a:r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2026.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8FE0DBD-6283-B7DA-D0D1-6022691F944E}"/>
              </a:ext>
            </a:extLst>
          </p:cNvPr>
          <p:cNvSpPr txBox="1"/>
          <p:nvPr/>
        </p:nvSpPr>
        <p:spPr>
          <a:xfrm>
            <a:off x="3575627" y="1238175"/>
            <a:ext cx="5433565" cy="684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400" b="1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400" b="1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B81F7C70-D414-D2AB-392B-C5E34DE97A00}"/>
              </a:ext>
            </a:extLst>
          </p:cNvPr>
          <p:cNvGrpSpPr/>
          <p:nvPr/>
        </p:nvGrpSpPr>
        <p:grpSpPr>
          <a:xfrm>
            <a:off x="1983948" y="314548"/>
            <a:ext cx="1787257" cy="911690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EE06C70C-003E-B364-0E94-138F19DA8B4D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0B9C226E-9935-FF2A-C544-C21D46CF56F8}"/>
              </a:ext>
            </a:extLst>
          </p:cNvPr>
          <p:cNvGrpSpPr/>
          <p:nvPr/>
        </p:nvGrpSpPr>
        <p:grpSpPr>
          <a:xfrm>
            <a:off x="8963376" y="290675"/>
            <a:ext cx="1234953" cy="94750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D1EBD74-C0C5-ED51-FE86-04E5069C5B9F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B02F427D-5AC5-1E5A-278B-50869AD12D8D}"/>
              </a:ext>
            </a:extLst>
          </p:cNvPr>
          <p:cNvGrpSpPr/>
          <p:nvPr/>
        </p:nvGrpSpPr>
        <p:grpSpPr>
          <a:xfrm>
            <a:off x="4795965" y="368420"/>
            <a:ext cx="2514940" cy="53965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C253541-A9DB-EC23-70E7-C586A63BE7FA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20166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F17B2-22DB-7BC5-F82D-244C740D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20" name="Contenido"/>
          <p:cNvSpPr txBox="1"/>
          <p:nvPr/>
        </p:nvSpPr>
        <p:spPr>
          <a:xfrm>
            <a:off x="838200" y="1800000"/>
            <a:ext cx="105156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404040"/>
                </a:solidFill>
              </a:rPr>
              <a:t>En esta práctica se crea una API REST básica con Spring Boot y Java, conectada a una base de datos PostgreSQL. El proyecto se genera con Spring Initializr y se organiza en capas (controlador, entidad, repositorio y servicio) para administrar los datos de una persona: consultar, registrar, actualizar y eliminar (CRUD).</a:t>
            </a:r>
          </a:p>
        </p:txBody>
      </p:sp>
    </p:spTree>
    <p:extLst>
      <p:ext uri="{BB962C8B-B14F-4D97-AF65-F5344CB8AC3E}">
        <p14:creationId xmlns:p14="http://schemas.microsoft.com/office/powerpoint/2010/main" val="249357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F17B2-22DB-7BC5-F82D-244C740D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20" name="Contenido"/>
          <p:cNvSpPr txBox="1"/>
          <p:nvPr/>
        </p:nvSpPr>
        <p:spPr>
          <a:xfrm>
            <a:off x="838200" y="1800000"/>
            <a:ext cx="105156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400" dirty="0">
                <a:solidFill>
                  <a:srgbClr val="404040"/>
                </a:solidFill>
              </a:rPr>
              <a:t>Una API permite que otras aplicaciones usen los datos de una base de datos de forma ordenada, sin acceder directamente a ella. Spring Boot reduce la configuración necesaria y dividir el código en capas hace que el proyecto sea más claro y fácil de mantener. Esta práctica es la base para las siguientes actividades del Taller de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249357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F17B2-22DB-7BC5-F82D-244C740D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Descargamos y descomprimimos en archivo que se genero y ingresamos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83BBDA3-F4D8-FA9C-98EC-F9A3A11FE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597" y="1690688"/>
            <a:ext cx="7205950" cy="359546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245389-934B-701A-46D3-A0033D80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98" y="1831492"/>
            <a:ext cx="3429176" cy="1104957"/>
          </a:xfrm>
          <a:prstGeom prst="rect">
            <a:avLst/>
          </a:prstGeom>
        </p:spPr>
      </p:pic>
      <p:sp>
        <p:nvSpPr>
          <p:cNvPr id="20" name="Descripción 1"/>
          <p:cNvSpPr txBox="1"/>
          <p:nvPr/>
        </p:nvSpPr>
        <p:spPr>
          <a:xfrm>
            <a:off x="494597" y="5360000"/>
            <a:ext cx="7205950" cy="1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400" dirty="0">
                <a:solidFill>
                  <a:srgbClr val="404040"/>
                </a:solidFill>
              </a:rPr>
              <a:t>Spring Initializr (start.spring.io): aquí se arma el proyecto «my-first-api» con Maven, Java 21 y Spring Boot 4.1.2. Se agregan las dependencias Spring Web (para crear la API), Spring Data JPA (para guardar datos), PostgreSQL Driver (para conectar con la base de datos) y Lombok (para escribir menos código). Con «Generate» se descarga el proyecto.</a:t>
            </a:r>
          </a:p>
        </p:txBody>
      </p:sp>
      <p:sp>
        <p:nvSpPr>
          <p:cNvPr id="21" name="Descripción 2"/>
          <p:cNvSpPr txBox="1"/>
          <p:nvPr/>
        </p:nvSpPr>
        <p:spPr>
          <a:xfrm>
            <a:off x="8354698" y="3050000"/>
            <a:ext cx="3429176" cy="2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400" dirty="0">
                <a:solidFill>
                  <a:srgbClr val="404040"/>
                </a:solidFill>
              </a:rPr>
              <a:t>Descarga del archivo my-first-api.zip. Se descomprime y se abre la carpeta del proyecto en el IDE (IntelliJ IDEA) para empezar a programar.</a:t>
            </a:r>
          </a:p>
        </p:txBody>
      </p:sp>
    </p:spTree>
    <p:extLst>
      <p:ext uri="{BB962C8B-B14F-4D97-AF65-F5344CB8AC3E}">
        <p14:creationId xmlns:p14="http://schemas.microsoft.com/office/powerpoint/2010/main" val="249357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3C7A7-FD6B-CB97-40A8-346BAE82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Le agregamos el controlador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91948CD-9EE5-1425-5F53-2AB291DFF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000000" cy="3156413"/>
          </a:xfrm>
        </p:spPr>
      </p:pic>
      <p:sp>
        <p:nvSpPr>
          <p:cNvPr id="30" name="Descripción"/>
          <p:cNvSpPr txBox="1"/>
          <p:nvPr/>
        </p:nvSpPr>
        <p:spPr>
          <a:xfrm>
            <a:off x="7100000" y="1825625"/>
            <a:ext cx="4250000" cy="4351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s-MX" sz="1600" b="1" dirty="0">
                <a:solidFill>
                  <a:srgbClr val="404040"/>
                </a:solidFill>
              </a:rPr>
              <a:t>PersonaController (controlador)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400" dirty="0">
                <a:solidFill>
                  <a:srgbClr val="404040"/>
                </a:solidFill>
              </a:rPr>
              <a:t>Es la puerta de entrada de la API: recibe las peticiones y responde. @RestController y @RequestMapping("/api/personas") definen la ruta base, y cada método atiende una operación: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GET /api/personas: </a:t>
            </a:r>
            <a:r>
              <a:rPr lang="es-MX" sz="1400" dirty="0">
                <a:solidFill>
                  <a:srgbClr val="404040"/>
                </a:solidFill>
              </a:rPr>
              <a:t>lista todas las personas.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GET /{id}: </a:t>
            </a:r>
            <a:r>
              <a:rPr lang="es-MX" sz="1400" dirty="0">
                <a:solidFill>
                  <a:srgbClr val="404040"/>
                </a:solidFill>
              </a:rPr>
              <a:t>busca una persona por su id.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POST: </a:t>
            </a:r>
            <a:r>
              <a:rPr lang="es-MX" sz="1400" dirty="0">
                <a:solidFill>
                  <a:srgbClr val="404040"/>
                </a:solidFill>
              </a:rPr>
              <a:t>crea una persona nueva.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PUT /{id}: </a:t>
            </a:r>
            <a:r>
              <a:rPr lang="es-MX" sz="1400" dirty="0">
                <a:solidFill>
                  <a:srgbClr val="404040"/>
                </a:solidFill>
              </a:rPr>
              <a:t>actualiza una persona.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DELETE /{id}: </a:t>
            </a:r>
            <a:r>
              <a:rPr lang="es-MX" sz="1400" dirty="0">
                <a:solidFill>
                  <a:srgbClr val="404040"/>
                </a:solidFill>
              </a:rPr>
              <a:t>elimina una persona.</a:t>
            </a:r>
          </a:p>
        </p:txBody>
      </p:sp>
    </p:spTree>
    <p:extLst>
      <p:ext uri="{BB962C8B-B14F-4D97-AF65-F5344CB8AC3E}">
        <p14:creationId xmlns:p14="http://schemas.microsoft.com/office/powerpoint/2010/main" val="63579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967E8-0F0B-5743-9A0D-F0EEF24D9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entidad Persona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561523B-2DEA-A5FC-33F8-DB70CF2FC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000000" cy="3162670"/>
          </a:xfrm>
        </p:spPr>
      </p:pic>
      <p:sp>
        <p:nvSpPr>
          <p:cNvPr id="30" name="Descripción"/>
          <p:cNvSpPr txBox="1"/>
          <p:nvPr/>
        </p:nvSpPr>
        <p:spPr>
          <a:xfrm>
            <a:off x="7100000" y="1825625"/>
            <a:ext cx="4250000" cy="4351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s-MX" sz="1600" b="1" dirty="0">
                <a:solidFill>
                  <a:srgbClr val="404040"/>
                </a:solidFill>
              </a:rPr>
              <a:t>Persona (entidad)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s-MX" sz="1400" dirty="0">
                <a:solidFill>
                  <a:srgbClr val="404040"/>
                </a:solidFill>
              </a:rPr>
              <a:t>Representa una fila de la tabla «personas» de la base de datos. @Entity y @Table(name = "personas") convierten la clase en tabla, y @Id con @GeneratedValue hacen que el id se genere solo.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s-MX" sz="1400" dirty="0">
                <a:solidFill>
                  <a:srgbClr val="404040"/>
                </a:solidFill>
              </a:rPr>
              <a:t>Cada atributo es una columna: nombre, apellidoPaterno, apellidoMaterno, direccion, telefono y email.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400" dirty="0">
                <a:solidFill>
                  <a:srgbClr val="404040"/>
                </a:solidFill>
              </a:rPr>
              <a:t>@Data (de Lombok) crea automáticamente los getters y setters, así no se escriben a mano.</a:t>
            </a:r>
          </a:p>
        </p:txBody>
      </p:sp>
    </p:spTree>
    <p:extLst>
      <p:ext uri="{BB962C8B-B14F-4D97-AF65-F5344CB8AC3E}">
        <p14:creationId xmlns:p14="http://schemas.microsoft.com/office/powerpoint/2010/main" val="2592057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47E49-8D19-B4FF-5C4B-863243E3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repositorio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BAA4E24-F73E-9FD7-D2EE-C2083108E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000000" cy="3165798"/>
          </a:xfrm>
        </p:spPr>
      </p:pic>
      <p:sp>
        <p:nvSpPr>
          <p:cNvPr id="30" name="Descripción"/>
          <p:cNvSpPr txBox="1"/>
          <p:nvPr/>
        </p:nvSpPr>
        <p:spPr>
          <a:xfrm>
            <a:off x="7100000" y="1825625"/>
            <a:ext cx="4250000" cy="4351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s-MX" sz="1600" b="1" dirty="0">
                <a:solidFill>
                  <a:srgbClr val="404040"/>
                </a:solidFill>
              </a:rPr>
              <a:t>PersonaRepository (repositorio)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s-MX" sz="1400" dirty="0">
                <a:solidFill>
                  <a:srgbClr val="404040"/>
                </a:solidFill>
              </a:rPr>
              <a:t>Es la parte que se comunica con la base de datos. Es una interfaz marcada con @Repository que extiende JpaRepository&lt;Persona, Long&gt;: Persona es la entidad y Long es el tipo de su id.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400" dirty="0">
                <a:solidFill>
                  <a:srgbClr val="404040"/>
                </a:solidFill>
              </a:rPr>
              <a:t>Con eso, Spring Data JPA nos da listos los métodos para guardar, buscar, actualizar y eliminar registros, sin escribir sentencias SQL.</a:t>
            </a:r>
          </a:p>
        </p:txBody>
      </p:sp>
    </p:spTree>
    <p:extLst>
      <p:ext uri="{BB962C8B-B14F-4D97-AF65-F5344CB8AC3E}">
        <p14:creationId xmlns:p14="http://schemas.microsoft.com/office/powerpoint/2010/main" val="301141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82F0E-AB0B-94B3-3AA7-3F1AA07A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servicio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84961CC-DB44-0134-C953-20C95F4C6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000000" cy="3156413"/>
          </a:xfrm>
        </p:spPr>
      </p:pic>
      <p:sp>
        <p:nvSpPr>
          <p:cNvPr id="30" name="Descripción"/>
          <p:cNvSpPr txBox="1"/>
          <p:nvPr/>
        </p:nvSpPr>
        <p:spPr>
          <a:xfrm>
            <a:off x="7100000" y="1825625"/>
            <a:ext cx="4250000" cy="4351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s-MX" sz="1600" b="1" dirty="0">
                <a:solidFill>
                  <a:srgbClr val="404040"/>
                </a:solidFill>
              </a:rPr>
              <a:t>PersonaService (servicio)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400" dirty="0">
                <a:solidFill>
                  <a:srgbClr val="404040"/>
                </a:solidFill>
              </a:rPr>
              <a:t>Contiene la lógica del programa. Con @Service trabaja entre el controlador y el repositorio: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listarTodas(): </a:t>
            </a:r>
            <a:r>
              <a:rPr lang="es-MX" sz="1400" dirty="0">
                <a:solidFill>
                  <a:srgbClr val="404040"/>
                </a:solidFill>
              </a:rPr>
              <a:t>trae todos los registros.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buscarPorId(id): </a:t>
            </a:r>
            <a:r>
              <a:rPr lang="es-MX" sz="1400" dirty="0">
                <a:solidFill>
                  <a:srgbClr val="404040"/>
                </a:solidFill>
              </a:rPr>
              <a:t>busca una persona por id.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guardar(persona): </a:t>
            </a:r>
            <a:r>
              <a:rPr lang="es-MX" sz="1400" dirty="0">
                <a:solidFill>
                  <a:srgbClr val="404040"/>
                </a:solidFill>
              </a:rPr>
              <a:t>guarda una persona nueva.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actualizar(id, nuevosDatos): </a:t>
            </a:r>
            <a:r>
              <a:rPr lang="es-MX" sz="1400" dirty="0">
                <a:solidFill>
                  <a:srgbClr val="404040"/>
                </a:solidFill>
              </a:rPr>
              <a:t>busca la persona y cambia sus datos.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eliminar(id): </a:t>
            </a:r>
            <a:r>
              <a:rPr lang="es-MX" sz="1400" dirty="0">
                <a:solidFill>
                  <a:srgbClr val="404040"/>
                </a:solidFill>
              </a:rPr>
              <a:t>si existe la borra (true); si no, devuelve false.</a:t>
            </a:r>
          </a:p>
        </p:txBody>
      </p:sp>
    </p:spTree>
    <p:extLst>
      <p:ext uri="{BB962C8B-B14F-4D97-AF65-F5344CB8AC3E}">
        <p14:creationId xmlns:p14="http://schemas.microsoft.com/office/powerpoint/2010/main" val="83931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1842F-A866-7B93-6E4C-A3808493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clase principal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ACCE70A-AA0C-7BCE-94E5-C64913E69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000000" cy="3156413"/>
          </a:xfrm>
        </p:spPr>
      </p:pic>
      <p:sp>
        <p:nvSpPr>
          <p:cNvPr id="30" name="Descripción"/>
          <p:cNvSpPr txBox="1"/>
          <p:nvPr/>
        </p:nvSpPr>
        <p:spPr>
          <a:xfrm>
            <a:off x="7100000" y="1825625"/>
            <a:ext cx="4250000" cy="4351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s-MX" sz="1600" b="1" dirty="0">
                <a:solidFill>
                  <a:srgbClr val="404040"/>
                </a:solidFill>
              </a:rPr>
              <a:t>MyFirstApiApplication (clase principal)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s-MX" sz="1400" dirty="0">
                <a:solidFill>
                  <a:srgbClr val="404040"/>
                </a:solidFill>
              </a:rPr>
              <a:t>Es el punto de arranque del proyecto. @SpringBootApplication activa la configuración automática de Spring Boot.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400" dirty="0">
                <a:solidFill>
                  <a:srgbClr val="404040"/>
                </a:solidFill>
              </a:rPr>
              <a:t>El método main ejecuta SpringApplication.run(...), que levanta el servidor y deja la API funcionando para recibir peticiones.</a:t>
            </a:r>
          </a:p>
        </p:txBody>
      </p:sp>
    </p:spTree>
    <p:extLst>
      <p:ext uri="{BB962C8B-B14F-4D97-AF65-F5344CB8AC3E}">
        <p14:creationId xmlns:p14="http://schemas.microsoft.com/office/powerpoint/2010/main" val="370984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03B6E-9A94-23B7-CD54-565986FE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Conexión a la base de 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C6E9863-EF62-E62B-94C1-59A24BE66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000000" cy="3156413"/>
          </a:xfrm>
        </p:spPr>
      </p:pic>
      <p:sp>
        <p:nvSpPr>
          <p:cNvPr id="30" name="Descripción"/>
          <p:cNvSpPr txBox="1"/>
          <p:nvPr/>
        </p:nvSpPr>
        <p:spPr>
          <a:xfrm>
            <a:off x="7100000" y="1825625"/>
            <a:ext cx="4250000" cy="4351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s-MX" sz="1600" b="1" dirty="0">
                <a:solidFill>
                  <a:srgbClr val="404040"/>
                </a:solidFill>
              </a:rPr>
              <a:t>application.properties (configuración)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400" dirty="0">
                <a:solidFill>
                  <a:srgbClr val="404040"/>
                </a:solidFill>
              </a:rPr>
              <a:t>Indica cómo se conecta la API a la base de datos PostgreSQL: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server.port: </a:t>
            </a:r>
            <a:r>
              <a:rPr lang="es-MX" sz="1400" dirty="0">
                <a:solidFill>
                  <a:srgbClr val="404040"/>
                </a:solidFill>
              </a:rPr>
              <a:t>la API se ejecuta en el puerto 8081.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datasource.url: </a:t>
            </a:r>
            <a:r>
              <a:rPr lang="es-MX" sz="1400" dirty="0">
                <a:solidFill>
                  <a:srgbClr val="404040"/>
                </a:solidFill>
              </a:rPr>
              <a:t>conexión a la base my_first_api en localhost, puerto 5432.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username: </a:t>
            </a:r>
            <a:r>
              <a:rPr lang="es-MX" sz="1400" dirty="0">
                <a:solidFill>
                  <a:srgbClr val="404040"/>
                </a:solidFill>
              </a:rPr>
              <a:t>usuario de la base de datos (postgres).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ddl-auto=update: </a:t>
            </a:r>
            <a:r>
              <a:rPr lang="es-MX" sz="1400" dirty="0">
                <a:solidFill>
                  <a:srgbClr val="404040"/>
                </a:solidFill>
              </a:rPr>
              <a:t>crea o actualiza las tablas a partir de la entidad.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MX" sz="1400" b="1" dirty="0">
                <a:solidFill>
                  <a:srgbClr val="404040"/>
                </a:solidFill>
              </a:rPr>
              <a:t>show-sql=true: </a:t>
            </a:r>
            <a:r>
              <a:rPr lang="es-MX" sz="1400" dirty="0">
                <a:solidFill>
                  <a:srgbClr val="404040"/>
                </a:solidFill>
              </a:rPr>
              <a:t>muestra en consola el SQL que se ejecuta.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lang="es-MX" sz="1200" dirty="0">
                <a:solidFill>
                  <a:srgbClr val="404040"/>
                </a:solidFill>
              </a:rPr>
              <a:t>Las líneas que empiezan con # son comentarios y no se usan.</a:t>
            </a:r>
          </a:p>
        </p:txBody>
      </p:sp>
    </p:spTree>
    <p:extLst>
      <p:ext uri="{BB962C8B-B14F-4D97-AF65-F5344CB8AC3E}">
        <p14:creationId xmlns:p14="http://schemas.microsoft.com/office/powerpoint/2010/main" val="3859390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F17B2-22DB-7BC5-F82D-244C740D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20" name="Contenido"/>
          <p:cNvSpPr txBox="1"/>
          <p:nvPr/>
        </p:nvSpPr>
        <p:spPr>
          <a:xfrm>
            <a:off x="838200" y="1800000"/>
            <a:ext cx="105156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2200" dirty="0">
                <a:solidFill>
                  <a:srgbClr val="404040"/>
                </a:solidFill>
              </a:rPr>
              <a:t>Se creó la estructura completa de una API: el proyecto generado, la entidad, el repositorio, el servicio, el controlador y la configuración de conexión a PostgreSQL. Así se entiende cómo una petición llega al controlador, pasa por el servicio y el repositorio, y llega a la base de datos. Con esto la API queda lista para ejecutarse y probar sus operaciones CRUD.</a:t>
            </a:r>
          </a:p>
        </p:txBody>
      </p:sp>
      <p:sp>
        <p:nvSpPr>
          <p:cNvPr id="21" name="Referencias"/>
          <p:cNvSpPr txBox="1"/>
          <p:nvPr/>
        </p:nvSpPr>
        <p:spPr>
          <a:xfrm>
            <a:off x="838200" y="570000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b="1" dirty="0">
                <a:solidFill>
                  <a:srgbClr val="404040"/>
                </a:solidFill>
              </a:rPr>
              <a:t>Fuentes de información  (consultables en línea):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dirty="0">
                <a:solidFill>
                  <a:srgbClr val="404040"/>
                </a:solidFill>
              </a:rPr>
              <a:t>Spring. (s. f.). Spring Initializr. https://start.spring.io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dirty="0">
                <a:solidFill>
                  <a:srgbClr val="404040"/>
                </a:solidFill>
              </a:rPr>
              <a:t>Spring. (s. f.). Spring Boot. https://spring.io/projects/spring-boot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100" dirty="0">
                <a:solidFill>
                  <a:srgbClr val="404040"/>
                </a:solidFill>
              </a:rPr>
              <a:t>Spring. (s. f.). Spring Data JPA. https://spring.io/projects/spring-data-jpa</a:t>
            </a:r>
          </a:p>
        </p:txBody>
      </p:sp>
    </p:spTree>
    <p:extLst>
      <p:ext uri="{BB962C8B-B14F-4D97-AF65-F5344CB8AC3E}">
        <p14:creationId xmlns:p14="http://schemas.microsoft.com/office/powerpoint/2010/main" val="2493578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FC80C-6062-7B05-2E18-785A3196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link de la api solicitada y subida por </a:t>
            </a:r>
            <a:r>
              <a:rPr lang="es-MX" dirty="0" err="1"/>
              <a:t>github</a:t>
            </a:r>
            <a:r>
              <a:rPr lang="es-MX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EA5DEA-C881-FC98-51FD-A78BEFED6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https://github.com/Cynthia21Morales/TBD_CynthiaJasmineMT/tree/main/my-first-api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182758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963</Words>
  <Application>Microsoft Office PowerPoint</Application>
  <PresentationFormat>Panorámica</PresentationFormat>
  <Paragraphs>75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Trebuchet MS</vt:lpstr>
      <vt:lpstr>Wingdings 3</vt:lpstr>
      <vt:lpstr>Faceta</vt:lpstr>
      <vt:lpstr>Presentación de PowerPoint</vt:lpstr>
      <vt:lpstr>Introducción</vt:lpstr>
      <vt:lpstr>Justificación</vt:lpstr>
      <vt:lpstr>Descargamos y descomprimimos en archivo que se genero y ingresamos</vt:lpstr>
      <vt:lpstr>Le agregamos el controlador</vt:lpstr>
      <vt:lpstr>La entidad Persona</vt:lpstr>
      <vt:lpstr>El repositorio</vt:lpstr>
      <vt:lpstr>El servicio</vt:lpstr>
      <vt:lpstr>La clase principal</vt:lpstr>
      <vt:lpstr>Conexión a la base de datos</vt:lpstr>
      <vt:lpstr>Conclusión</vt:lpstr>
      <vt:lpstr>Anexo link de la api solicitada y subida por github: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3</cp:revision>
  <dcterms:created xsi:type="dcterms:W3CDTF">2026-11-02T00:26:07Z</dcterms:created>
  <dcterms:modified xsi:type="dcterms:W3CDTF">2026-11-02T02:26:14Z</dcterms:modified>
</cp:coreProperties>
</file>