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F1001-2C9C-BBFF-8773-2CF0E2254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C199A3-01D3-F5FD-49F8-F7D8E948A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A14D1-1194-92AE-89F8-E19777C4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45712E-A0A2-ABAD-9DB6-2EE3E9D9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76598-3843-A6F9-4DAD-E424A834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775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F8BD3-BAC9-4A8C-9D27-9B2E6B3D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19165-A24C-CB9F-20A1-89A67AE2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83357-530C-B1FE-AF09-E2CC8705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27024E-2656-D5A4-5FB3-DF283E48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7E425-7977-4FB6-2F23-16E6BCA3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124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DE964-62C7-6C9D-C9C0-7413E688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8BF87-C90F-DE2D-6CF0-9AD3EC0DC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36903-523F-AF9E-6529-2C09DA98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70C5BE-0868-9410-4C13-BADD7091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96A4B4-CFC2-6A53-16C9-AAC27D32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647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E7EDF-3581-05A3-9119-D6AB2139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16FE6F-1475-208F-665D-D1AB07B19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59279A-D4DA-A28C-D1D0-2351F5D42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F42475-0B72-BB1D-8FF1-96AE964A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DD300-56D6-6638-D768-A23338BE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85F68D-8474-F606-84FA-ED1E5CF1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248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C933C-088D-D0AD-FD4F-59482335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9A083E-C526-DF46-AF54-F14791CCE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B7AB44-B3EC-9DE7-2DCF-8EB021FD2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3018EC-84F4-37AE-CE67-D21D0A10A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53273A-2567-F9A9-D2A0-FFC1A9ABB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10DE5B-5651-E697-9A2B-350B772E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3AF610-C547-9AF2-5849-2FAE3A30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D0461E-5265-CEEF-0889-56A18722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3937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53621-AB77-CC5F-20DD-B014F8FA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865D60-FE0D-AFBA-1F8F-B0A960C2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51B85F-8445-0DFE-3F71-173B80B6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D9F6FC-3F07-CB9D-F6E6-A6F3477B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766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C00DEE-CE8E-47FC-2596-A6C70C91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057B8D-82FC-6CDF-6273-8F265A85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D3DF7A-9F6E-DE76-526D-81FAA54E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864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58E53-0C1B-30C7-6E8E-71B9E668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46891B-45AA-03D8-7512-571A2147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37B1E5-0766-E7F2-DE4A-5C6A05C41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373526-2D81-4108-98BA-8340A1C6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F008CA-7A2B-038D-3168-E46AB2B9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B668AA-173A-6EFA-0803-A671B3AC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988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8A365-D46E-2E0B-5C75-F590B04A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23AE0C-6758-AC97-CE6D-C191E3587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DA7242-21A8-F107-4FE8-91B286176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B4BD1-2D81-8B8C-43EB-F52A0DEA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D78A30-6BC1-24F7-2BE5-32370E68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38053F-DDD7-CBD8-04E4-6D8853B3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012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9304F-0C1C-C6AF-8EEF-2F972032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511D1D-B4B0-443C-234F-ED835B91E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A0CF73-C527-5564-1103-9BAD83A8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6ECCA-D1AC-6D6E-6417-31C3EA6D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009AE0-BEFC-7B2F-F306-3F889A36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421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50A66A-291F-20DE-1B1D-BB7DA6385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45D6A2-6565-82A6-76B5-125900714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3B536-E883-5A93-B235-39E1A9A4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22B890-5B5A-6735-96EA-0DB1D463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30E77C-8CC8-46FD-280A-AE0AA6F1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375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3266E6-B28D-439C-97CF-D61416E55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623414-4DD9-4AE8-30AD-9934864E4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098F6B-64A2-56B1-70B5-2FC1CD81A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656D2-93B5-412C-ACC0-88C29A0D74DF}" type="datetimeFigureOut">
              <a:rPr lang="es-MX" smtClean="0"/>
              <a:t>01/11/2026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8FB83-C011-1481-802F-9A58E2E52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57EC5D-F18C-EEAC-6528-5757EC5BF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247B-372F-4E40-90DA-EF7C60AFB7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27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6027AFB4-6A38-888D-9716-FCC38B7B34DD}"/>
              </a:ext>
            </a:extLst>
          </p:cNvPr>
          <p:cNvSpPr txBox="1"/>
          <p:nvPr/>
        </p:nvSpPr>
        <p:spPr>
          <a:xfrm>
            <a:off x="3771205" y="2252694"/>
            <a:ext cx="504241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Taller Base de Datos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1.1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400" dirty="0"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 13 de </a:t>
            </a:r>
            <a:r>
              <a:rPr lang="en-US" sz="1400" dirty="0" err="1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400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2026.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9D750A0-E968-D0E9-ADE2-91E52B52A4CB}"/>
              </a:ext>
            </a:extLst>
          </p:cNvPr>
          <p:cNvSpPr txBox="1"/>
          <p:nvPr/>
        </p:nvSpPr>
        <p:spPr>
          <a:xfrm>
            <a:off x="3575627" y="1238175"/>
            <a:ext cx="5433565" cy="684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400" b="1" dirty="0"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476B18E-2D6F-2F6F-AFF4-197A14352739}"/>
              </a:ext>
            </a:extLst>
          </p:cNvPr>
          <p:cNvGrpSpPr/>
          <p:nvPr/>
        </p:nvGrpSpPr>
        <p:grpSpPr>
          <a:xfrm>
            <a:off x="1983948" y="314548"/>
            <a:ext cx="1787257" cy="911690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04AEA0F-19D2-F565-C724-74629AFA01D4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CEE55939-544F-7C12-4F0E-35C925B774FF}"/>
              </a:ext>
            </a:extLst>
          </p:cNvPr>
          <p:cNvGrpSpPr/>
          <p:nvPr/>
        </p:nvGrpSpPr>
        <p:grpSpPr>
          <a:xfrm>
            <a:off x="8963376" y="290675"/>
            <a:ext cx="1234953" cy="94750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2DD39E18-D5B8-9CA0-16FB-CA97A9B5F347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4346367F-0399-7BFB-3A55-7F33896A7D40}"/>
              </a:ext>
            </a:extLst>
          </p:cNvPr>
          <p:cNvGrpSpPr/>
          <p:nvPr/>
        </p:nvGrpSpPr>
        <p:grpSpPr>
          <a:xfrm>
            <a:off x="4795965" y="368420"/>
            <a:ext cx="2514940" cy="53965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32F8247-EC34-E927-1710-89805CEE5684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9055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CEFF2-4204-A440-E0BC-8DABBE51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D735A-4009-13B5-1445-5CCDE36EA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Las </a:t>
            </a:r>
            <a:r>
              <a:rPr lang="es-MX" sz="2000" dirty="0" err="1"/>
              <a:t>APIs</a:t>
            </a:r>
            <a:r>
              <a:rPr lang="es-MX" sz="2000" dirty="0"/>
              <a:t> permiten que las aplicaciones se comuniquen con los servidores y las bases de datos, por lo que probarlas correctamente es una tarea importante en el desarrollo de software. Bruno es un cliente de </a:t>
            </a:r>
            <a:r>
              <a:rPr lang="es-MX" sz="2000" dirty="0" err="1"/>
              <a:t>APIs</a:t>
            </a:r>
            <a:r>
              <a:rPr lang="es-MX" sz="2000" dirty="0"/>
              <a:t> de código abierto que funciona sin conexión y guarda las peticiones en archivos de texto, lo que facilita organizarlas y compartirlas con Git. En esta práctica se documenta paso a paso la descarga e instalación de Bruno, desde el sitio oficial hasta la primera ejecución del programa, como preparación del entorno de trabajo del Taller de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46665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8FA77-B212-6F79-B860-585C0EC8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B578CF-A27B-D8EF-5E6F-78391F082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Contar con un entorno de trabajo bien instalado y configurado es necesario antes de realizar pruebas con servicios que consultan o modifican una base de datos. Bruno se eligió porque es gratuito, no requiere crear una cuenta, mantiene los datos en la computadora y permite probar peticiones GET, POST, PUT y DELETE de forma ordenada, con colecciones y entornos. Documentar el proceso de instalación también sirve como guía para repetirlo en otro equipo y para evidenciar que el entorno quedó listo para las prácticas siguientes.</a:t>
            </a:r>
          </a:p>
        </p:txBody>
      </p:sp>
    </p:spTree>
    <p:extLst>
      <p:ext uri="{BB962C8B-B14F-4D97-AF65-F5344CB8AC3E}">
        <p14:creationId xmlns:p14="http://schemas.microsoft.com/office/powerpoint/2010/main" val="250298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1B7AB-FDCD-479F-1394-3C153C52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del entorno de trabajo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4AB55CC-4FC9-B333-F87E-37B4E2A39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257" y="1792968"/>
            <a:ext cx="5454743" cy="270462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C4A29F-387C-E79E-65AD-825CDC8B3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85" y="2039258"/>
            <a:ext cx="5654338" cy="2158546"/>
          </a:xfrm>
          <a:prstGeom prst="rect">
            <a:avLst/>
          </a:prstGeom>
        </p:spPr>
      </p:pic>
      <p:sp>
        <p:nvSpPr>
          <p:cNvPr id="20" name="Descripción Paso 1."/>
          <p:cNvSpPr txBox="1"/>
          <p:nvPr/>
        </p:nvSpPr>
        <p:spPr>
          <a:xfrm>
            <a:off x="641257" y="4620000"/>
            <a:ext cx="5454743" cy="1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400" b="1" dirty="0">
                <a:solidFill>
                  <a:srgbClr val="404040"/>
                </a:solidFill>
              </a:rPr>
              <a:t>Paso 1. </a:t>
            </a:r>
            <a:r>
              <a:rPr lang="es-MX" sz="1400" dirty="0">
                <a:solidFill>
                  <a:srgbClr val="404040"/>
                </a:solidFill>
              </a:rPr>
              <a:t>Sitio oficial de Bruno (www.usebruno.com). Se presenta como «The Git-native API client»; desde aquí se pulsa el botón «Download for Windows» para obtener el instalador.</a:t>
            </a:r>
          </a:p>
        </p:txBody>
      </p:sp>
      <p:sp>
        <p:nvSpPr>
          <p:cNvPr id="21" name="Descripción Paso 2."/>
          <p:cNvSpPr txBox="1"/>
          <p:nvPr/>
        </p:nvSpPr>
        <p:spPr>
          <a:xfrm>
            <a:off x="6292285" y="4620000"/>
            <a:ext cx="5654338" cy="1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400" b="1" dirty="0">
                <a:solidFill>
                  <a:srgbClr val="404040"/>
                </a:solidFill>
              </a:rPr>
              <a:t>Paso 2. </a:t>
            </a:r>
            <a:r>
              <a:rPr lang="es-MX" sz="1400" dirty="0">
                <a:solidFill>
                  <a:srgbClr val="404040"/>
                </a:solidFill>
              </a:rPr>
              <a:t>Descarga del instalador bruno_4.3.0_x64_win.exe en el navegador (117 MB en total); el panel de Descargas muestra el avance.</a:t>
            </a:r>
          </a:p>
        </p:txBody>
      </p:sp>
    </p:spTree>
    <p:extLst>
      <p:ext uri="{BB962C8B-B14F-4D97-AF65-F5344CB8AC3E}">
        <p14:creationId xmlns:p14="http://schemas.microsoft.com/office/powerpoint/2010/main" val="314234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8645C2C-11A2-D89B-C383-1938A56A6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43" y="794010"/>
            <a:ext cx="4019757" cy="103510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C247BC-D14C-A03B-9165-A978AE8D7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4" y="2360384"/>
            <a:ext cx="4711942" cy="35625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F91E95-FCA0-99D5-995B-B3816E57B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001" y="1027906"/>
            <a:ext cx="4807197" cy="3549832"/>
          </a:xfrm>
          <a:prstGeom prst="rect">
            <a:avLst/>
          </a:prstGeom>
        </p:spPr>
      </p:pic>
      <p:sp>
        <p:nvSpPr>
          <p:cNvPr id="20" name="Descripción Paso 3."/>
          <p:cNvSpPr txBox="1"/>
          <p:nvPr/>
        </p:nvSpPr>
        <p:spPr>
          <a:xfrm>
            <a:off x="576943" y="1900000"/>
            <a:ext cx="4019757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200" b="1" dirty="0">
                <a:solidFill>
                  <a:srgbClr val="404040"/>
                </a:solidFill>
              </a:rPr>
              <a:t>Paso 3. </a:t>
            </a:r>
            <a:r>
              <a:rPr lang="es-MX" sz="1200" dirty="0">
                <a:solidFill>
                  <a:srgbClr val="404040"/>
                </a:solidFill>
              </a:rPr>
              <a:t>Clic derecho sobre el instalador descargado y selección de «Ejecutar como administrador».</a:t>
            </a:r>
          </a:p>
        </p:txBody>
      </p:sp>
      <p:sp>
        <p:nvSpPr>
          <p:cNvPr id="21" name="Descripción Paso 4."/>
          <p:cNvSpPr txBox="1"/>
          <p:nvPr/>
        </p:nvSpPr>
        <p:spPr>
          <a:xfrm>
            <a:off x="398114" y="5960000"/>
            <a:ext cx="4711942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200" b="1" dirty="0">
                <a:solidFill>
                  <a:srgbClr val="404040"/>
                </a:solidFill>
              </a:rPr>
              <a:t>Paso 4. </a:t>
            </a:r>
            <a:r>
              <a:rPr lang="es-MX" sz="1200" dirty="0">
                <a:solidFill>
                  <a:srgbClr val="404040"/>
                </a:solidFill>
              </a:rPr>
              <a:t>Opciones de instalación: se eligió «Solo para mí» y el asistente avisa que reinstalará/actualizará la versión de Bruno ya existente.</a:t>
            </a:r>
          </a:p>
        </p:txBody>
      </p:sp>
      <p:sp>
        <p:nvSpPr>
          <p:cNvPr id="22" name="Descripción Paso 5."/>
          <p:cNvSpPr txBox="1"/>
          <p:nvPr/>
        </p:nvSpPr>
        <p:spPr>
          <a:xfrm>
            <a:off x="6207001" y="4680000"/>
            <a:ext cx="4807197" cy="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200" b="1" dirty="0">
                <a:solidFill>
                  <a:srgbClr val="404040"/>
                </a:solidFill>
              </a:rPr>
              <a:t>Paso 5. </a:t>
            </a:r>
            <a:r>
              <a:rPr lang="es-MX" sz="1200" dirty="0">
                <a:solidFill>
                  <a:srgbClr val="404040"/>
                </a:solidFill>
              </a:rPr>
              <a:t>Carpeta de destino de la instalación (…\AppData\Local\Programs\Bruno). Se requieren 537.7 MB y hay 245.4 GB disponibles; se pulsa «Instalar».</a:t>
            </a:r>
          </a:p>
        </p:txBody>
      </p:sp>
    </p:spTree>
    <p:extLst>
      <p:ext uri="{BB962C8B-B14F-4D97-AF65-F5344CB8AC3E}">
        <p14:creationId xmlns:p14="http://schemas.microsoft.com/office/powerpoint/2010/main" val="345128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848B6C-99BC-11F9-9BCD-9873AC76E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500000"/>
            <a:ext cx="8320904" cy="4351338"/>
          </a:xfrm>
        </p:spPr>
      </p:pic>
      <p:sp>
        <p:nvSpPr>
          <p:cNvPr id="20" name="Descripción Paso 8."/>
          <p:cNvSpPr txBox="1"/>
          <p:nvPr/>
        </p:nvSpPr>
        <p:spPr>
          <a:xfrm>
            <a:off x="2011748" y="486662"/>
            <a:ext cx="8320904" cy="5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s-MX" sz="1400" b="1" dirty="0">
                <a:solidFill>
                  <a:srgbClr val="404040"/>
                </a:solidFill>
              </a:rPr>
              <a:t>Paso 8. </a:t>
            </a:r>
            <a:r>
              <a:rPr lang="es-MX" sz="1400" dirty="0">
                <a:solidFill>
                  <a:srgbClr val="404040"/>
                </a:solidFill>
              </a:rPr>
              <a:t>Ventana principal de Bruno v4.3.0: a la izquierda, las colecciones (Sample API Collection, con las peticiones GET Get Users y POST My_First_Api); al centro, las pestañas de trabajo y la pantalla «What's New».</a:t>
            </a:r>
          </a:p>
        </p:txBody>
      </p:sp>
    </p:spTree>
    <p:extLst>
      <p:ext uri="{BB962C8B-B14F-4D97-AF65-F5344CB8AC3E}">
        <p14:creationId xmlns:p14="http://schemas.microsoft.com/office/powerpoint/2010/main" val="285023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1B7AB-FDCD-479F-1394-3C153C52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¿Para qué nos servirá Bruno?</a:t>
            </a:r>
          </a:p>
        </p:txBody>
      </p:sp>
      <p:sp>
        <p:nvSpPr>
          <p:cNvPr id="20" name="Contenido"/>
          <p:cNvSpPr txBox="1"/>
          <p:nvPr/>
        </p:nvSpPr>
        <p:spPr>
          <a:xfrm>
            <a:off x="838200" y="1700000"/>
            <a:ext cx="10515600" cy="172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2400" b="1" dirty="0">
                <a:solidFill>
                  <a:srgbClr val="404040"/>
                </a:solidFill>
              </a:rPr>
              <a:t>¿Qué es?</a:t>
            </a:r>
          </a:p>
          <a:p>
            <a:r>
              <a:rPr lang="es-MX" sz="2000" dirty="0">
                <a:solidFill>
                  <a:srgbClr val="404040"/>
                </a:solidFill>
              </a:rPr>
              <a:t>Bruno es un cliente de APIs de código abierto que funciona sin conexión y se integra con Git. Permite crear, enviar y probar peticiones (REST, GraphQL, gRPC) y guarda cada colección como archivos de texto plano (.bru) en una carpeta de la computadora, sin necesidad de cuenta ni de la nube.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0DFC4E-E4EF-2785-9B88-2D1ECB7B6E41}"/>
              </a:ext>
            </a:extLst>
          </p:cNvPr>
          <p:cNvSpPr txBox="1"/>
          <p:nvPr/>
        </p:nvSpPr>
        <p:spPr>
          <a:xfrm>
            <a:off x="838200" y="371202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NOTA: </a:t>
            </a:r>
            <a:r>
              <a:rPr lang="es-MX" dirty="0"/>
              <a:t>La instalación de bruno fue el único proceso de instalación esto se debe a que ya se contaba con la instalación de </a:t>
            </a:r>
            <a:r>
              <a:rPr lang="es-MX" dirty="0" err="1"/>
              <a:t>dbeaver</a:t>
            </a:r>
            <a:r>
              <a:rPr lang="es-MX" dirty="0"/>
              <a:t> en anteriores trabajos.</a:t>
            </a:r>
          </a:p>
        </p:txBody>
      </p:sp>
    </p:spTree>
    <p:extLst>
      <p:ext uri="{BB962C8B-B14F-4D97-AF65-F5344CB8AC3E}">
        <p14:creationId xmlns:p14="http://schemas.microsoft.com/office/powerpoint/2010/main" val="314234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9CF16-A5B0-A964-2778-35D18DD6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1AB9F-32D5-FB6C-4C51-200FEB7E2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La instalación de Bruno se completó sin problemas siguiendo el asistente: descarga del instalador, ejecución como administrador, elección de las opciones y la carpeta de destino, y primer arranque del programa. Al abrirlo se comprobó que funciona, ya que muestra su colección de ejemplo y sus herramientas principales.</a:t>
            </a:r>
          </a:p>
        </p:txBody>
      </p:sp>
    </p:spTree>
    <p:extLst>
      <p:ext uri="{BB962C8B-B14F-4D97-AF65-F5344CB8AC3E}">
        <p14:creationId xmlns:p14="http://schemas.microsoft.com/office/powerpoint/2010/main" val="591703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625</Words>
  <Application>Microsoft Office PowerPoint</Application>
  <PresentationFormat>Panorámica</PresentationFormat>
  <Paragraphs>39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Instalación del entorno de trabajo</vt:lpstr>
      <vt:lpstr>Presentación de PowerPoint</vt:lpstr>
      <vt:lpstr>Presentación de PowerPoint</vt:lpstr>
      <vt:lpstr>¿Para qué nos servirá Bruno?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2026-11-01T21:40:30Z</dcterms:created>
  <dcterms:modified xsi:type="dcterms:W3CDTF">2026-11-02T00:32:30Z</dcterms:modified>
</cp:coreProperties>
</file>